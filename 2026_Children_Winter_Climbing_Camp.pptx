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2026 儿童寒假抱石攀岩集训营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10天蜕变计划</a:t>
            </a:r>
          </a:p>
          <a:p>
            <a:r>
              <a:t>攀爬技巧 + 综合体能双核驱动</a:t>
            </a:r>
          </a:p>
          <a:p>
            <a:r>
              <a:t>让孩子自信迎接新学期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课程核心亮点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FF6600"/>
                </a:solidFill>
              </a:defRPr>
            </a:pPr>
            <a:r>
              <a:t>双核驱动教学</a:t>
            </a:r>
          </a:p>
          <a:p>
            <a:pPr lvl="1">
              <a:defRPr sz="1600"/>
            </a:pPr>
            <a:r>
              <a:t>攀爬技巧 + 综合体能，不仅教怎么爬，更教科学发力。</a:t>
            </a:r>
          </a:p>
          <a:p>
            <a:pPr>
              <a:defRPr b="1" sz="2000">
                <a:solidFill>
                  <a:srgbClr val="FF6600"/>
                </a:solidFill>
              </a:defRPr>
            </a:pPr>
            <a:r>
              <a:t>纠正体态与发力</a:t>
            </a:r>
          </a:p>
          <a:p>
            <a:pPr lvl="1">
              <a:defRPr sz="1600"/>
            </a:pPr>
            <a:r>
              <a:t>针对含胸驼背等代偿问题，加强核心力量，建立正确肌肉记忆。</a:t>
            </a:r>
          </a:p>
          <a:p>
            <a:pPr>
              <a:defRPr b="1" sz="2000">
                <a:solidFill>
                  <a:srgbClr val="FF6600"/>
                </a:solidFill>
              </a:defRPr>
            </a:pPr>
            <a:r>
              <a:t>备战新学期体育</a:t>
            </a:r>
          </a:p>
          <a:p>
            <a:pPr lvl="1">
              <a:defRPr sz="1600"/>
            </a:pPr>
            <a:r>
              <a:t>全面提升爆发力、耐力、灵敏性，轻松应对开学体育测试。</a:t>
            </a:r>
          </a:p>
          <a:p>
            <a:pPr>
              <a:defRPr b="1" sz="2000">
                <a:solidFill>
                  <a:srgbClr val="FF6600"/>
                </a:solidFill>
              </a:defRPr>
            </a:pPr>
            <a:r>
              <a:t>短期高效突破</a:t>
            </a:r>
          </a:p>
          <a:p>
            <a:pPr lvl="1">
              <a:defRPr sz="1600"/>
            </a:pPr>
            <a:r>
              <a:t>10天高密度集训，从小白到岩壁小勇士的肉眼可见进步。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开班时间与安排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003366"/>
                </a:solidFill>
              </a:defRPr>
            </a:pPr>
            <a:r>
              <a:t>📅 第一期：年前冲刺班</a:t>
            </a:r>
          </a:p>
          <a:p>
            <a:r>
              <a:t>• 时间：2月2日 - 2月13日</a:t>
            </a:r>
          </a:p>
          <a:p>
            <a:r>
              <a:t>• 休息：周末休息2天（共10节课）</a:t>
            </a:r>
          </a:p>
          <a:p>
            <a:br/>
            <a:pPr>
              <a:defRPr b="1">
                <a:solidFill>
                  <a:srgbClr val="003366"/>
                </a:solidFill>
              </a:defRPr>
            </a:pPr>
            <a:r>
              <a:t>📅 第二期：开学收心班</a:t>
            </a:r>
          </a:p>
          <a:p>
            <a:r>
              <a:t>• 时间：2月21日 - 3月3日</a:t>
            </a:r>
          </a:p>
          <a:p>
            <a:r>
              <a:t>• 休息：周末休息1天（共10节课）</a:t>
            </a:r>
          </a:p>
          <a:p>
            <a:br/>
            <a:pPr>
              <a:defRPr b="1"/>
            </a:pPr>
            <a:r>
              <a:t>⏰ 上课时段 (单次2小时)</a:t>
            </a:r>
          </a:p>
          <a:p>
            <a:r>
              <a:t>• 上午班：10:00 - 12:00</a:t>
            </a:r>
          </a:p>
          <a:p>
            <a:r>
              <a:t>• 下午班：14:00 - 16:00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课程价格体系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800" b="1"/>
            </a:pPr>
            <a:r>
              <a:t>单期特惠</a:t>
            </a:r>
          </a:p>
          <a:p>
            <a:pPr algn="ctr">
              <a:defRPr sz="4000" b="1">
                <a:solidFill>
                  <a:srgbClr val="FF6600"/>
                </a:solidFill>
              </a:defRPr>
            </a:pPr>
            <a:r>
              <a:t>¥ 1,988 /期</a:t>
            </a:r>
          </a:p>
          <a:p>
            <a:br/>
            <a:pPr algn="ctr"/>
            <a:r>
              <a:t>--------------------------------</a:t>
            </a:r>
            <a:br/>
          </a:p>
          <a:p>
            <a:pPr algn="ctr">
              <a:defRPr sz="2800" b="1"/>
            </a:pPr>
            <a:r>
              <a:t>连报双期 (深度进阶)</a:t>
            </a:r>
          </a:p>
          <a:p>
            <a:pPr algn="ctr">
              <a:defRPr sz="4000" b="1">
                <a:solidFill>
                  <a:srgbClr val="FF6600"/>
                </a:solidFill>
              </a:defRPr>
            </a:pPr>
            <a:r>
              <a:t>¥ 3,588 /2期</a:t>
            </a:r>
          </a:p>
          <a:p>
            <a:pPr algn="ctr">
              <a:defRPr sz="1800"/>
            </a:pPr>
            <a:r>
              <a:t>(立省 388元)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训练大纲：基础周 (Day 1-5)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天数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攀爬技巧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体能/核心 (50%)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岩壁初探、安全落地、三点固定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基础协调性测试、开合跳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脚法基础：脚尖踩点、换脚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下肢稳定性、单腿深蹲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手法艺术：侧拉、直臂省力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上肢耐力、悬垂、俯卧撑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核心与平衡：交叉手脚、折膝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核心轰炸、平板支撑变式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阶段小结：定线游戏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有氧耐力、折返跑接力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训练大纲：进阶周 (Day 6-10)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天数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攀爬技巧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体能/核心 (50%)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动态移动：摆荡、Dyno入门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爆发力专项、立定跳远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几何学：三角重心、挂脚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灵敏度、绳梯、反应圈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读线能力：线路观察与预演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HIIT综合体能循环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红点磕线：挑战极限难度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肌群代偿矫正、弱项补强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Day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结营挑战赛 &amp; 颁奖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运动后恢复与拉伸教学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为什么我们强调综合体能？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针对现代儿童体质设计：</a:t>
            </a:r>
          </a:p>
          <a:p>
            <a:pPr lvl="1">
              <a:spcAft>
                <a:spcPts val="1000"/>
              </a:spcAft>
            </a:pPr>
            <a:r>
              <a:t>改善代偿：解决孩子日常坐姿不良导致的肌肉代偿。</a:t>
            </a:r>
          </a:p>
          <a:p>
            <a:pPr lvl="1">
              <a:spcAft>
                <a:spcPts val="1000"/>
              </a:spcAft>
            </a:pPr>
            <a:r>
              <a:t>核心强化：加强腰腹力量，这是所有运动的基础。</a:t>
            </a:r>
          </a:p>
          <a:p>
            <a:pPr lvl="1">
              <a:spcAft>
                <a:spcPts val="1000"/>
              </a:spcAft>
            </a:pPr>
            <a:r>
              <a:t>全面提升：协调性、爆发力、耐力、灵敏性同步发展。</a:t>
            </a:r>
          </a:p>
          <a:p>
            <a:pPr lvl="1">
              <a:spcAft>
                <a:spcPts val="1000"/>
              </a:spcAft>
            </a:pPr>
            <a:r>
              <a:t>衔接校园：为开学后的体育课和体测打下坚实基础。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报名须知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🎒 装备要求</a:t>
            </a:r>
          </a:p>
          <a:p>
            <a:r>
              <a:t>• 穿着宽松运动服（建议长裤）</a:t>
            </a:r>
          </a:p>
          <a:p>
            <a:r>
              <a:t>• 馆方提供专业攀岩鞋及镁粉</a:t>
            </a:r>
          </a:p>
          <a:p>
            <a:br/>
            <a:pPr>
              <a:defRPr b="1"/>
            </a:pPr>
            <a:r>
              <a:t>📞 联系我们</a:t>
            </a:r>
          </a:p>
          <a:p>
            <a:r>
              <a:t>• 地址：[您的岩馆地址]</a:t>
            </a:r>
          </a:p>
          <a:p>
            <a:r>
              <a:t>• 电话/微信：[您的联系方式]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⚠️ 名额有限，预报从速！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